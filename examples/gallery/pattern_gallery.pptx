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42832" y="621792"/>
            <a:ext cx="23957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1046988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3163824"/>
            <a:ext cx="10378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BFD7D2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DF7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55648"/>
            <a:ext cx="5193792" cy="338328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011680"/>
            <a:ext cx="4535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368296"/>
            <a:ext cx="453542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44952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3054096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6428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3773424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483608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4492752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755648"/>
            <a:ext cx="5193792" cy="33832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2011680"/>
            <a:ext cx="4535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368296"/>
            <a:ext cx="453542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3044952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54096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376428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773424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4483608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492752"/>
            <a:ext cx="4498848" cy="4998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審査結果に応じた分岐・差戻し・再申請を1枚で示す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24988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3673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82358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82358" y="2221992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38390" y="2221992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38390" y="3465576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261043" y="2221992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77732" y="3931920"/>
            <a:ext cx="0" cy="438912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820363" y="4370832"/>
            <a:ext cx="455736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20363" y="2688336"/>
            <a:ext cx="0" cy="1682496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58368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37052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5068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4212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4212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15737" y="1755648"/>
            <a:ext cx="1766620" cy="932688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3753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2897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リスクと効果を評価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2897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4422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2438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1582" y="2212848"/>
            <a:ext cx="14923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実施条件を確定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4422" y="2999232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22438" y="3118104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1582" y="3456432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1582" y="3685032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73107" y="1755648"/>
            <a:ext cx="1766620" cy="93268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01123" y="1874520"/>
            <a:ext cx="15105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0267" y="2212848"/>
            <a:ext cx="14923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計画に沿って着手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0267" y="2441448"/>
            <a:ext cx="14923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実行責任者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9513" y="2144331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934" y="3387915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83592" y="4293171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52648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1350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3940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2738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588239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2738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58823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3940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400026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事業・技術の共同責任者から、実行組織へ権限をつなぐ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67379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267379" y="2441448"/>
            <a:ext cx="2828468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5847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24315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095847" y="2441448"/>
            <a:ext cx="2828468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24315" y="2286000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24315" y="2441448"/>
            <a:ext cx="9915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915906" y="2441448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324557" y="3520439"/>
            <a:ext cx="3771290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2455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520439"/>
            <a:ext cx="0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5847" y="3520439"/>
            <a:ext cx="37712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67138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915906" y="336499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3520439"/>
            <a:ext cx="38200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352043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482803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7943" y="4983479"/>
            <a:ext cx="288790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7943" y="498347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67138" y="4828031"/>
            <a:ext cx="0" cy="155448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207943" y="4983479"/>
            <a:ext cx="6659195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207943" y="4983479"/>
            <a:ext cx="0" cy="15544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594360" y="1517904"/>
            <a:ext cx="5346039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" y="1581912"/>
            <a:ext cx="5090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事業責任者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" y="1847088"/>
            <a:ext cx="5090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投資・優先度を決定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1295" y="1517904"/>
            <a:ext cx="5346039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1581912"/>
            <a:ext cx="5090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技術責任者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1847088"/>
            <a:ext cx="5090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技術方針・品質を決定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2596896"/>
            <a:ext cx="3362858" cy="768096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外部アドバイザー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専門知見を提供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14418" y="2596896"/>
            <a:ext cx="3362858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2434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プログラムPM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2434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全体計画と課題を統括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34476" y="2596896"/>
            <a:ext cx="3362858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2492" y="2660903"/>
            <a:ext cx="310682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アーキテクト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2492" y="2926079"/>
            <a:ext cx="310682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方式・非機能を統括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業務設計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要件・運用設計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66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企画 / 現場代表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565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9366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9366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実装・試験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1195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0281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アプリ / 基盤 / QA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36940" y="3675887"/>
            <a:ext cx="3460394" cy="115214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64956" y="3739896"/>
            <a:ext cx="32043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展開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4956" y="4005072"/>
            <a:ext cx="3204362" cy="44805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教育・移行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83244" y="4489703"/>
            <a:ext cx="316778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4100" y="4553712"/>
            <a:ext cx="318607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PMO / 部門窓口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5138927"/>
            <a:ext cx="5227167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" y="5202936"/>
            <a:ext cx="49711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6" y="5468112"/>
            <a:ext cx="4971135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監視・改善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70167" y="5138927"/>
            <a:ext cx="5227167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98183" y="5202936"/>
            <a:ext cx="49711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セキュリティ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8183" y="5468112"/>
            <a:ext cx="4971135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審査・監査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012082" y="2980944"/>
            <a:ext cx="34747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876391" y="5522975"/>
            <a:ext cx="219456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95847" y="5522975"/>
            <a:ext cx="219456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026941" y="2784411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助言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36970" y="5326443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連携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77614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38472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7761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38472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77614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38472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34030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94888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77614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38472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221198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82056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7761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38472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41283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35443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41283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41283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84867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90707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90707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412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602141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90707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5156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46855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10771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92375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46855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46855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107713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46855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90439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51297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9043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5129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4026992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4026992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4026992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87850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4026992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87850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83408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4426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70576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53143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70576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53143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C9D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6324F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7478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