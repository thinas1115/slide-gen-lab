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42832" y="621792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lang="ja-JP">
                <a:solidFill>
                  <a:srgbClr val="BFD7D2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1046988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3163824"/>
            <a:ext cx="10378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BFD7D2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52648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1350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39404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400026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2738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588239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2738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58823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3940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400026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77614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3847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7761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38472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77614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38472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34030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94888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77614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38472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221198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82056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7761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38472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41283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35443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41283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41283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84867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84867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90707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90707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412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602141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90707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5156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46855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10771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92375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46855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46855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107713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46855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90439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51297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9043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5129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4026992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87850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4026992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87850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4026992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87850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4026992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87850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83408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4426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70576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53143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70576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53143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